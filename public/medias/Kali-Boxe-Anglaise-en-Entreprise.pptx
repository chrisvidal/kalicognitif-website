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645920"/>
            <a:ext cx="5029200" cy="502920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-548640"/>
            <a:ext cx="2743200" cy="2743200"/>
          </a:xfrm>
          <a:prstGeom prst="ellipse">
            <a:avLst/>
          </a:prstGeom>
          <a:solidFill>
            <a:srgbClr val="8C151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2860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KALI &amp; BOXE ANGLAISE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127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 ENTREPRISE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3886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nouvelle approche du sport en entreprise pour vos collaborateurs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Maine-et-Loire — Touraine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 VIDAL — Coach en arts martiaux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chrisvidalcoaching@gmail.com • 06 95 32 36 03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 contexte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le sport en entreprise devient une priorité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840480" cy="4023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37744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127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-32%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914400" y="361188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d'absentéisme constaté dans les entreprises pratiquant une activité sportive régulière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51206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Fédération Française du Sport d'Entreprise (FFSE)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457200" cy="45720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40680" y="192024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 cadre légal favorable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40680" y="2304288"/>
            <a:ext cx="6126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loi du 2 mars 2022 encourage les entreprises à promouvoir l'activité physique de leurs salariés.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54880" y="3264408"/>
            <a:ext cx="457200" cy="45720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3264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40680" y="3218688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 enjeu de santé et de performance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40680" y="3602736"/>
            <a:ext cx="6126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Sédentarité, stress, TMS : l'activité physique régulière est un levier reconnu de prévention.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754880" y="4562856"/>
            <a:ext cx="457200" cy="45720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45628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40680" y="4517136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Une demande des salariés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40680" y="4901184"/>
            <a:ext cx="6126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QVCT (qualité de vie et conditions de travail) est devenue un critère d'attractivité et de fidélisation.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&amp; Boxe Anglaise en entreprise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Pourquoi le Kali et la boxe anglaise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alternative aux activités bien-être classiques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12080" cy="4114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ACTIVITÉS CLASSIQUES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Yoga, fitness doux, stretching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Rythme calme, faible intensité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Travail individuel, peu d'interaction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4069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Offre déjà très présente sur le marché QVT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35040" y="1920240"/>
            <a:ext cx="5577840" cy="4114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194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27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KALI &amp; BOXE ANGLAISE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25603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approche dynamique et engageante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3063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Intensité progressive, format dynamique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3566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Travail en binôme : coopération et cohésion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0" y="4069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Gestion du stress sous pression, réactivité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0" y="45720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Discipline différenciante, forte valeur d'image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&amp; Boxe Anglaise en entreprise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Les bénéfices pour vos collaborateurs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2651760" cy="35661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377440"/>
            <a:ext cx="640080" cy="64008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54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Concentration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2103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Ancrage dans l'instant présent, focus mental sous contrainte physique.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29000" y="2011680"/>
            <a:ext cx="2651760" cy="35661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3749040" y="2377440"/>
            <a:ext cx="640080" cy="64008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540" dirty="0"/>
          </a:p>
        </p:txBody>
      </p:sp>
      <p:sp>
        <p:nvSpPr>
          <p:cNvPr id="11" name="Text 9"/>
          <p:cNvSpPr/>
          <p:nvPr/>
        </p:nvSpPr>
        <p:spPr>
          <a:xfrm>
            <a:off x="3703320" y="32461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Gestion du stress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03320" y="3794760"/>
            <a:ext cx="2103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Défoulement structuré et apprentissage du calme sous pression.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2011680"/>
            <a:ext cx="2651760" cy="35661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6629400" y="2377440"/>
            <a:ext cx="640080" cy="64008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540" dirty="0"/>
          </a:p>
        </p:txBody>
      </p:sp>
      <p:sp>
        <p:nvSpPr>
          <p:cNvPr id="16" name="Text 14"/>
          <p:cNvSpPr/>
          <p:nvPr/>
        </p:nvSpPr>
        <p:spPr>
          <a:xfrm>
            <a:off x="6583680" y="32461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Confiance en soi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3794760"/>
            <a:ext cx="2103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technique visible, sentiment de maîtrise.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89720" y="2011680"/>
            <a:ext cx="2651760" cy="35661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Shape 17"/>
          <p:cNvSpPr/>
          <p:nvPr/>
        </p:nvSpPr>
        <p:spPr>
          <a:xfrm>
            <a:off x="9509760" y="2377440"/>
            <a:ext cx="640080" cy="64008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20" name="Text 18"/>
          <p:cNvSpPr/>
          <p:nvPr/>
        </p:nvSpPr>
        <p:spPr>
          <a:xfrm>
            <a:off x="950976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540" dirty="0"/>
          </a:p>
        </p:txBody>
      </p:sp>
      <p:sp>
        <p:nvSpPr>
          <p:cNvPr id="21" name="Text 19"/>
          <p:cNvSpPr/>
          <p:nvPr/>
        </p:nvSpPr>
        <p:spPr>
          <a:xfrm>
            <a:off x="9464040" y="32461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Cohésion d'équipe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64040" y="3794760"/>
            <a:ext cx="2103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Exercices en binôme qui créent du lien entre collègues.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&amp; Boxe Anglaise en entreprise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 format des sessions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découverte au cycle régulier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383280" cy="32918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774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Atelier découverte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unique de 45 à 60 min pour présenter les disciplines et tester l'intérêt des équipes.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0" y="34747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297680" y="2103120"/>
            <a:ext cx="3383280" cy="32918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3774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27432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Cycle court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338328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à 6 séances hebdomadaires, idéal pour un premier engagement régulier.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80960" y="34747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046720" y="2103120"/>
            <a:ext cx="3383280" cy="32918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23774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21040" y="27432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Cycle régulier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21040" y="338328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trimestriel ou annuel, sur site ou en salle partenaire, avec suivi de progression.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&amp; Boxe Anglaise en entreprise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Accessible à tous les niveaux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502920" cy="50292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210" dirty="0"/>
          </a:p>
        </p:txBody>
      </p:sp>
      <p:sp>
        <p:nvSpPr>
          <p:cNvPr id="5" name="Text 3"/>
          <p:cNvSpPr/>
          <p:nvPr/>
        </p:nvSpPr>
        <p:spPr>
          <a:xfrm>
            <a:off x="1234440" y="198424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Aucun prérequis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24231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séances sont conçues pour des débutants complets comme pour des salariés déjà sportifs.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502920" cy="50292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210" dirty="0"/>
          </a:p>
        </p:txBody>
      </p:sp>
      <p:sp>
        <p:nvSpPr>
          <p:cNvPr id="9" name="Text 7"/>
          <p:cNvSpPr/>
          <p:nvPr/>
        </p:nvSpPr>
        <p:spPr>
          <a:xfrm>
            <a:off x="1234440" y="303580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Matériel fourni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34747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Gants, protections et équipements sont apportés par le coach — aucun investissement pour l'entreprise.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502920" cy="50292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210" dirty="0"/>
          </a:p>
        </p:txBody>
      </p:sp>
      <p:sp>
        <p:nvSpPr>
          <p:cNvPr id="13" name="Text 11"/>
          <p:cNvSpPr/>
          <p:nvPr/>
        </p:nvSpPr>
        <p:spPr>
          <a:xfrm>
            <a:off x="1234440" y="408736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Groupes adaptés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45262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4 à 12 participants par session, encadrement garantissant sécurité et attention individuelle.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166360"/>
            <a:ext cx="502920" cy="50292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166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210" dirty="0"/>
          </a:p>
        </p:txBody>
      </p:sp>
      <p:sp>
        <p:nvSpPr>
          <p:cNvPr id="17" name="Text 15"/>
          <p:cNvSpPr/>
          <p:nvPr/>
        </p:nvSpPr>
        <p:spPr>
          <a:xfrm>
            <a:off x="1234440" y="513892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Sur site ou en salle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55778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dans vos locaux (salle disponible) ou dans une structure partenaire à proximité.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&amp; Boxe Anglaise en entreprise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Votre intervenant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3291840" cy="402336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749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[Photo]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20624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Christophe VIDAL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20624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en Kali et boxe anglaise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06240" y="31089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[X années] d'expérience en enseignement du Kali et de la boxe anglaise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06240" y="367588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[Certifications / diplômes fédéraux à préciser]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06240" y="4242816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[Expérience complémentaire : coaching, encadrement de groupes, entreprise...]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0" y="4809744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Basé en Maine-et-Loire, intervient sur Angers, Saumur et Tours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&amp; Boxe Anglaise en entreprise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Zone d'intervention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Maine-et-Loire et Touraine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691640" y="2194560"/>
            <a:ext cx="1097280" cy="109728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5" name="Text 3"/>
          <p:cNvSpPr/>
          <p:nvPr/>
        </p:nvSpPr>
        <p:spPr>
          <a:xfrm>
            <a:off x="1691640" y="21945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Angers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40680" y="2194560"/>
            <a:ext cx="1097280" cy="109728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8" name="Text 6"/>
          <p:cNvSpPr/>
          <p:nvPr/>
        </p:nvSpPr>
        <p:spPr>
          <a:xfrm>
            <a:off x="5440680" y="21945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297680" y="34747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Saumur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89720" y="2194560"/>
            <a:ext cx="1097280" cy="109728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1" name="Text 9"/>
          <p:cNvSpPr/>
          <p:nvPr/>
        </p:nvSpPr>
        <p:spPr>
          <a:xfrm>
            <a:off x="9189720" y="21945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046720" y="34747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Tours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48640" y="4937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Déplacement possible dans un rayon élargi selon la taille du projet et le nombre de sessions.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&amp; Boxe Anglaise en entreprise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Packages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formules adaptées à vos besoins — tarifs sur devis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383280" cy="4114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402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Découverte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127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[Prix]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1 session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45-60 min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43434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Idéal pour tester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1920240"/>
            <a:ext cx="3383280" cy="4114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2402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Cycle Court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0" y="26974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127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[Prix]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34290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4 à 6 sessions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0" y="38862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Rythme hebdomadaire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0" y="43434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Premier engagement régulier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46720" y="1920240"/>
            <a:ext cx="3383280" cy="4114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22402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Sur-mesure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21040" y="26974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127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Sur devis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321040" y="34290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Cycle trimestriel/annuel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321040" y="38862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Suivi de progression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321040" y="43434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Volume et fréquence adaptés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&amp; Boxe Anglaise en entreprise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931920"/>
            <a:ext cx="4572000" cy="457200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Discutons de vos besoins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découverte, cycle test, ou échange téléphonique — je m'adapte à votre calendrier.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 VIDAL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572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06 95 32 36 03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chrisvidalcoaching@gmail.com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&amp; Boxe Anglaise en entreprise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2026-07-16T17:01:20Z</dcterms:created>
  <dcterms:modified xsi:type="dcterms:W3CDTF">2026-07-16T17:01:20Z</dcterms:modified>
</cp:coreProperties>
</file>